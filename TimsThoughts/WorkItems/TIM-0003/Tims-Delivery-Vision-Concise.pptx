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8DE2-6284-B8A5-2831-34E43F45B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849BE-0E84-A105-9881-3D088F7A4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783CA-33E1-ADCC-5BE3-B7341126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04B2-4A48-42A3-8CEA-C8F39649176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C62DC-2A78-5428-9CAC-F5B2D5FEE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A1003-3DDC-D5CF-0FD7-6B2D82DC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E13-0E3A-4E76-8CBB-61A94B96C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08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4EB6B-6D21-A2C4-F421-B48F82E0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17208-5EF1-F8EE-7AAD-1B81D1A6A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824B6-E35D-8E53-45E7-42DB12C70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04B2-4A48-42A3-8CEA-C8F39649176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709D3-E6C2-215E-2179-8FEAC5DBD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7F267-2862-8C78-2CE5-9FD1D53E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E13-0E3A-4E76-8CBB-61A94B96C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88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4519-FDA5-F688-1EDE-3F5BCBC21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743AE-DAB5-EFF4-831A-8A452918C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A4945-8024-C0A4-F09C-8C8E75CE8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04B2-4A48-42A3-8CEA-C8F39649176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F6371-DD17-5623-6C93-8BC0ED493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98586-21EE-FF08-E84D-8755CA2D5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E13-0E3A-4E76-8CBB-61A94B96C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1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DB112-131A-19CA-1769-4C9874178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CC39C-A2A6-57B6-034D-F11B33817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81179-DDAC-2F0C-B3C6-74EC4B917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7E897-99DE-45C8-6D35-6F1A966BB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04B2-4A48-42A3-8CEA-C8F39649176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C8FC9-BBB5-1F91-33B2-411161685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358CC-DFBB-D213-7882-950493534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E13-0E3A-4E76-8CBB-61A94B96C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8DC42-2616-E645-5BC2-472C00F3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6CB03-A72E-AC69-F082-60CDE8FF9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A0592-1B16-20DF-FF5E-EA0147BCB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BFA631-7D60-146C-868E-C828B13C98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91B40-E167-AF1F-4CD2-A423C2A48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2999E-3990-F807-CB17-DA5CD04A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04B2-4A48-42A3-8CEA-C8F39649176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3C1AC1-1EEF-FBB0-E46A-5CA749AB8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A4400-2496-A80E-8869-6FC20638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E13-0E3A-4E76-8CBB-61A94B96C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2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A81E1-CBF2-179E-6EBB-E4CF2E908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871F04-CDC9-9650-0D49-8A66BC99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04B2-4A48-42A3-8CEA-C8F39649176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5CC7D-4D89-1610-5C33-23202F59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33A99-3439-74AD-DF83-BE273C2C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E13-0E3A-4E76-8CBB-61A94B96C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58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25B986-8371-837F-BBC8-726B2763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04B2-4A48-42A3-8CEA-C8F39649176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58B650-8BBD-0AFC-8BD5-881D336E7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BDDA9-ADD6-CFA4-BF3E-D59CC965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E13-0E3A-4E76-8CBB-61A94B96C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5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8A6C7-F39A-1622-2E6F-74C9A68FF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AA8A5-E053-5F12-79EE-6A7C50B1D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3B3C5-4F1D-C29C-A8AD-365F445B0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2A7E4-2C44-32EA-7580-C0AC75A7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04B2-4A48-42A3-8CEA-C8F39649176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E3643-65FA-86E9-7E8A-8C1F3EBC9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93477-947B-0B77-B4C0-043C57E4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E13-0E3A-4E76-8CBB-61A94B96C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3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8454C-0F1E-97E5-8D49-929C1AE5C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44B26-7562-1ECD-BDC1-0B9897C30F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F696D-65A0-74BF-D47B-C3F7F8DD4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6309C-2955-A736-C366-EA60FF0D9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04B2-4A48-42A3-8CEA-C8F39649176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BD4F4-1882-254A-D5AE-F98A771E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CA55C-2A43-0782-C800-EC932FD98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E13-0E3A-4E76-8CBB-61A94B96C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6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016B-EBB5-E25A-BF6F-C59E07D0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F0F13-3A69-F990-C115-9901AF20D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BE74-10BC-1F80-E12E-7BB78E507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04B2-4A48-42A3-8CEA-C8F39649176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E075D-D688-6C08-4C67-101933FEA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B7288-C437-135C-ACAD-7ABDCA2D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E13-0E3A-4E76-8CBB-61A94B96C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1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6C17E-2AA1-B14E-025E-86A72CE624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CEDE4-5EFE-5142-1650-D58BD21BA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2C41A-AC9A-0A75-DE6B-F05F996A5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04B2-4A48-42A3-8CEA-C8F39649176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E930B-BA91-56F5-7A8A-87F04A599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75547-BA11-5623-5BD2-F346B2EE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E13-0E3A-4E76-8CBB-61A94B96C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00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611-377D-A836-7FF7-4DA0F895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6CC89-3144-6214-9013-04D39B07F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2AACF-2E7B-A2D2-AA8D-6DB05B2C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04B2-4A48-42A3-8CEA-C8F39649176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EDABF-A219-1A61-6221-328B02964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C9A79-41F7-A579-7B84-2512A8BE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BE13-0E3A-4E76-8CBB-61A94B96C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71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1CACF6-A911-D236-81F3-074D20298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277E3-4A82-256C-1F77-2ABD63A9A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BBEA1-74CC-843A-5041-EE44D1B28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F04B2-4A48-42A3-8CEA-C8F39649176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D326D-88C0-DB1A-DFD3-C1B6CCDF9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9EB7B-4C56-3910-5D5F-7EF383706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4BE13-0E3A-4E76-8CBB-61A94B96C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51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9E56-B278-B40C-BDA8-5D2EF27F63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Tim's Delivery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8B8E8-8640-B89B-748A-835EF02EAA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25-Minute Review of the Five-Document Corpus | April 2026</a:t>
            </a:r>
          </a:p>
        </p:txBody>
      </p:sp>
    </p:spTree>
    <p:extLst>
      <p:ext uri="{BB962C8B-B14F-4D97-AF65-F5344CB8AC3E}">
        <p14:creationId xmlns:p14="http://schemas.microsoft.com/office/powerpoint/2010/main" val="1024977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753E9-E803-C793-3DCC-A53697CA4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Big Idea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262D4-9D54-CF74-CEFE-6BC148EDE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Delivery is now existential — not optional, not incremental. Organizations that cannot deliver continuously, safely, and at scale will lose.</a:t>
            </a:r>
          </a:p>
          <a:p>
            <a:r>
              <a:rPr lang="en-US"/>
              <a:t>The five documents build one coherent operating model: small accountable teams, infinite-game mindset, Harambee execution, and leaders who create clarity.</a:t>
            </a:r>
          </a:p>
          <a:p>
            <a:r>
              <a:rPr lang="en-US"/>
              <a:t>This is both a diagnosis of why we are failing and a prescription for how to operate differently.</a:t>
            </a:r>
          </a:p>
        </p:txBody>
      </p:sp>
    </p:spTree>
    <p:extLst>
      <p:ext uri="{BB962C8B-B14F-4D97-AF65-F5344CB8AC3E}">
        <p14:creationId xmlns:p14="http://schemas.microsoft.com/office/powerpoint/2010/main" val="388648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A722-9917-EDD9-D374-7F80D70BA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Five Documents: A Progression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3746A-A289-94CE-4361-89A98E540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Delivery is Existential — WHY delivery matters now (the urgency case)</a:t>
            </a:r>
          </a:p>
          <a:p>
            <a:r>
              <a:rPr lang="en-US"/>
              <a:t>The Delivery Manifesto — HOW we will operate (the operating contract)   |   Delivery as Infinite Game — WHAT game we are playing (the mindset shift)</a:t>
            </a:r>
          </a:p>
          <a:p>
            <a:r>
              <a:rPr lang="en-US"/>
              <a:t>Harambee and Mission Teams — WHO executes and how (the team model)   |   Senior IC Leader — WHO leads and how (the leadership model)</a:t>
            </a:r>
          </a:p>
        </p:txBody>
      </p:sp>
    </p:spTree>
    <p:extLst>
      <p:ext uri="{BB962C8B-B14F-4D97-AF65-F5344CB8AC3E}">
        <p14:creationId xmlns:p14="http://schemas.microsoft.com/office/powerpoint/2010/main" val="420300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1377D-EEA9-354C-D0A7-A05609573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Pattern Across All Five Documents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BBFE8-A47F-87E4-9401-2B18F0C1C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Problem: Activity rewarded over outcomes; accountability diffuses into groups; finite mechanics applied to infinite systems</a:t>
            </a:r>
          </a:p>
          <a:p>
            <a:r>
              <a:rPr lang="en-US"/>
              <a:t>Problem: Local optimization destroys systemic velocity; leaders too abstract or too local to produce clarity</a:t>
            </a:r>
          </a:p>
          <a:p>
            <a:r>
              <a:rPr lang="en-US"/>
              <a:t>Solution: Named accountable leads | mission teams | steel threads | weekly material evidence | two-hat leaders who stay close to the work</a:t>
            </a:r>
          </a:p>
        </p:txBody>
      </p:sp>
    </p:spTree>
    <p:extLst>
      <p:ext uri="{BB962C8B-B14F-4D97-AF65-F5344CB8AC3E}">
        <p14:creationId xmlns:p14="http://schemas.microsoft.com/office/powerpoint/2010/main" val="186970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221B-94D2-F66A-8632-AA80437C86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Delivery is Existential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1A8B66-0079-6E18-9994-A7411BF0FF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Urgency Case</a:t>
            </a:r>
          </a:p>
        </p:txBody>
      </p:sp>
    </p:spTree>
    <p:extLst>
      <p:ext uri="{BB962C8B-B14F-4D97-AF65-F5344CB8AC3E}">
        <p14:creationId xmlns:p14="http://schemas.microsoft.com/office/powerpoint/2010/main" val="2944113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07B5E-9E8A-7CD7-8A2F-F5C78C34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Delivery is Existential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9CDEA-303D-D0FB-205F-66A949EA8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Problem: Slow delivery = existential risk; headcount grows as the default response; teams report activity rather than shipping material outcomes</a:t>
            </a:r>
          </a:p>
          <a:p>
            <a:r>
              <a:rPr lang="en-US"/>
              <a:t>Gap: AI disruption and regulatory shifts (SFI, sovereign cloud) mean delivery speed is now a survival variable — not a lagging indicator reviewed quarterly</a:t>
            </a:r>
          </a:p>
          <a:p>
            <a:r>
              <a:rPr lang="en-US"/>
              <a:t>Solution: Small accountable teams + earned headcount tied to demonstrated throughput + AI embedded across the full PM-Dev-Quality-Ops chain</a:t>
            </a:r>
          </a:p>
        </p:txBody>
      </p:sp>
    </p:spTree>
    <p:extLst>
      <p:ext uri="{BB962C8B-B14F-4D97-AF65-F5344CB8AC3E}">
        <p14:creationId xmlns:p14="http://schemas.microsoft.com/office/powerpoint/2010/main" val="2665068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B60A-5D01-6198-7270-20DD1969CD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 Delivery Manifesto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05CC3-BF79-A533-D74C-E855ECCAF5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Operating Contract</a:t>
            </a:r>
          </a:p>
        </p:txBody>
      </p:sp>
    </p:spTree>
    <p:extLst>
      <p:ext uri="{BB962C8B-B14F-4D97-AF65-F5344CB8AC3E}">
        <p14:creationId xmlns:p14="http://schemas.microsoft.com/office/powerpoint/2010/main" val="2691900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6BAE5-2D80-0F6D-DBDA-91CA7DD1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Delivery Manifesto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9D1AC-9F46-0221-AE5F-E2C82F02D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Problem: No single plan of record; blockers go unreported until they become crises; quality gated out at the end as a final check</a:t>
            </a:r>
          </a:p>
          <a:p>
            <a:r>
              <a:rPr lang="en-US"/>
              <a:t>Gap: Multiple plans = nobody accountable; 'ownership' language without scope authority is performance theater; narrative without evidence accepted as progress</a:t>
            </a:r>
          </a:p>
          <a:p>
            <a:r>
              <a:rPr lang="en-US"/>
              <a:t>Solution: Named lead per team | one visible plan of record | weekly proof gates (capability delivered, risk retired, integration completed) | silence = failure, escalation = leadership</a:t>
            </a:r>
          </a:p>
        </p:txBody>
      </p:sp>
    </p:spTree>
    <p:extLst>
      <p:ext uri="{BB962C8B-B14F-4D97-AF65-F5344CB8AC3E}">
        <p14:creationId xmlns:p14="http://schemas.microsoft.com/office/powerpoint/2010/main" val="2694274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AC35E-36FB-5895-8F7F-AD03D2872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Delivery as an Infinite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9873A-A189-79BE-2001-266E3A2D42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Mindset Shift</a:t>
            </a:r>
          </a:p>
        </p:txBody>
      </p:sp>
    </p:spTree>
    <p:extLst>
      <p:ext uri="{BB962C8B-B14F-4D97-AF65-F5344CB8AC3E}">
        <p14:creationId xmlns:p14="http://schemas.microsoft.com/office/powerpoint/2010/main" val="3497708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0B52-FC4F-8FC9-0C5C-FF59A516A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Delivery as an Infinite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8A933-E00F-A6C3-2BC2-D822B087A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Problem: Projects, temp teams, and fixed scopes applied to cloud and AI systems that live in production permanently and never stop evolving (regulations shift, threats adapt, models drift)</a:t>
            </a:r>
          </a:p>
          <a:p>
            <a:r>
              <a:rPr lang="en-US"/>
              <a:t>Gap: Success defined as 'shipped it once' — not 'the system is healthier than last quarter'; PM treated as backlog operator, not strategic clarity engine</a:t>
            </a:r>
          </a:p>
          <a:p>
            <a:r>
              <a:rPr lang="en-US"/>
              <a:t>Solution: Steel threads (durable, continuously exercised value streams) + product thinking (north stars, tradeoffs, health signals) + no finish line</a:t>
            </a:r>
          </a:p>
        </p:txBody>
      </p:sp>
    </p:spTree>
    <p:extLst>
      <p:ext uri="{BB962C8B-B14F-4D97-AF65-F5344CB8AC3E}">
        <p14:creationId xmlns:p14="http://schemas.microsoft.com/office/powerpoint/2010/main" val="3311837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61C31-E785-3DA5-4370-F8DAA1FB4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Harambee and Mission Teams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7A7FF-12E9-F8F5-596F-376EF2B56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Team Model</a:t>
            </a:r>
          </a:p>
        </p:txBody>
      </p:sp>
    </p:spTree>
    <p:extLst>
      <p:ext uri="{BB962C8B-B14F-4D97-AF65-F5344CB8AC3E}">
        <p14:creationId xmlns:p14="http://schemas.microsoft.com/office/powerpoint/2010/main" val="3788031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2492-D4C2-E884-70EF-746C5F1D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Harambee and Mission Teams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0240F-B3E1-3608-01EB-CCE3385ED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Problem: Local optimization destroys systemic velocity; dependencies discovered at integration time rather than at design time</a:t>
            </a:r>
          </a:p>
          <a:p>
            <a:r>
              <a:rPr lang="en-US"/>
              <a:t>Gap: Escalation is the default cross-team mechanism — too slow, creates bottlenecks, and destroys accountability at the boundaries</a:t>
            </a:r>
          </a:p>
          <a:p>
            <a:r>
              <a:rPr lang="en-US"/>
              <a:t>Solution: Harambee — all pull together | every team: named lead + mission + metrics + interfaces + dependencies | composition by default; direct contribution over escalation</a:t>
            </a:r>
          </a:p>
        </p:txBody>
      </p:sp>
    </p:spTree>
    <p:extLst>
      <p:ext uri="{BB962C8B-B14F-4D97-AF65-F5344CB8AC3E}">
        <p14:creationId xmlns:p14="http://schemas.microsoft.com/office/powerpoint/2010/main" val="2436934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CB8DD-FAEF-6E2C-8380-AAC33A8ED7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 Role of the Senior IC Leader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FB22B-F7D1-13C3-FA74-C5850C15EB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Leadership Model</a:t>
            </a:r>
          </a:p>
        </p:txBody>
      </p:sp>
    </p:spTree>
    <p:extLst>
      <p:ext uri="{BB962C8B-B14F-4D97-AF65-F5344CB8AC3E}">
        <p14:creationId xmlns:p14="http://schemas.microsoft.com/office/powerpoint/2010/main" val="952943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A4B02-61AD-A5DC-ECE8-B85196D02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Role of the Senior IC Leader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DA5E6-C65B-0B56-FD27-B9D8680AB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Problem: Leaders too abstract (coordination theater) or too local (optimize without seeing system); ambiguity is a leadership product, not a team problem</a:t>
            </a:r>
          </a:p>
          <a:p>
            <a:r>
              <a:rPr lang="en-US"/>
              <a:t>Gap: PMs as traffic controllers, Architects as review boards, EMs as people-only managers — clarity never gets produced</a:t>
            </a:r>
          </a:p>
          <a:p>
            <a:r>
              <a:rPr lang="en-US"/>
              <a:t>Solution: Two hats always (IC depth + leadership judgment) | hands-on proximity to the work | PM = clarity engine | Architect = coherence guardian | EM = execution multiplier</a:t>
            </a:r>
          </a:p>
        </p:txBody>
      </p:sp>
    </p:spTree>
    <p:extLst>
      <p:ext uri="{BB962C8B-B14F-4D97-AF65-F5344CB8AC3E}">
        <p14:creationId xmlns:p14="http://schemas.microsoft.com/office/powerpoint/2010/main" val="3265112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3E32-BAD9-BB51-27B7-E33FB452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Five Documents, Five Consistent Signals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28171-76E3-8D57-A838-0E0864197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Accountability must be explicit and named — not inferred, not collective   2. Small teams with clear scope outperform large diffuse teams</a:t>
            </a:r>
          </a:p>
          <a:p>
            <a:r>
              <a:rPr lang="en-US"/>
              <a:t>3. Material evidence replaces activity narrative — weekly, visible, no exceptions   4. AI is a productivity multiplier — not adopting it is falling behind by choice</a:t>
            </a:r>
          </a:p>
          <a:p>
            <a:r>
              <a:rPr lang="en-US"/>
              <a:t>5. Leaders create clarity and maintain execution proximity — or they fail the team and the system</a:t>
            </a:r>
          </a:p>
        </p:txBody>
      </p:sp>
    </p:spTree>
    <p:extLst>
      <p:ext uri="{BB962C8B-B14F-4D97-AF65-F5344CB8AC3E}">
        <p14:creationId xmlns:p14="http://schemas.microsoft.com/office/powerpoint/2010/main" val="1757747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5FC6A-F8D1-307A-AA94-F34DEB88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Accountability Architecture (How the Model Layers)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F7330-FD0F-0588-0071-2C96F2F30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Individual: two-hat senior IC leader — IC depth + leadership judgment + hands-on proximity to the work</a:t>
            </a:r>
          </a:p>
          <a:p>
            <a:r>
              <a:rPr lang="en-US"/>
              <a:t>Team: mission team = named lead + explicit scope + success metrics + defined interfaces + known dependencies</a:t>
            </a:r>
          </a:p>
          <a:p>
            <a:r>
              <a:rPr lang="en-US"/>
              <a:t>System: steel threads + product thinking + infinite-game orientation — bound together by Harambee across all boundaries</a:t>
            </a:r>
          </a:p>
        </p:txBody>
      </p:sp>
    </p:spTree>
    <p:extLst>
      <p:ext uri="{BB962C8B-B14F-4D97-AF65-F5344CB8AC3E}">
        <p14:creationId xmlns:p14="http://schemas.microsoft.com/office/powerpoint/2010/main" val="3529150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243F-4486-BFB2-5A80-C29D0238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This Means for You: By Role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03BEF-A57F-8122-1011-D16DF6039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PMs: Write intent, outcomes, and tradeoffs in repos — not email, not pptx. You are a clarity engine, not a traffic controller.</a:t>
            </a:r>
          </a:p>
          <a:p>
            <a:r>
              <a:rPr lang="en-US"/>
              <a:t>Architects and Tech Leads: Define steel threads. Hold invariants. Surface risk early — do not absorb it silently.</a:t>
            </a:r>
          </a:p>
          <a:p>
            <a:r>
              <a:rPr lang="en-US"/>
              <a:t>Engineering Managers: Stay close enough to see real constraints. Distance is not leadership. It is decay.</a:t>
            </a:r>
          </a:p>
        </p:txBody>
      </p:sp>
    </p:spTree>
    <p:extLst>
      <p:ext uri="{BB962C8B-B14F-4D97-AF65-F5344CB8AC3E}">
        <p14:creationId xmlns:p14="http://schemas.microsoft.com/office/powerpoint/2010/main" val="261899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227C-772B-560B-E64E-BA76B5C1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Tensions the Model Must Navigate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59E9C-CE9F-9F4F-C461-67DA5D378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contribution vs. plan discipline — how is scope authority maintained when anyone can contribute to any repo?</a:t>
            </a:r>
          </a:p>
          <a:p>
            <a:r>
              <a:rPr lang="en-US"/>
              <a:t>Named accountability vs. psychological safety — explicit accountability can suppress speaking up when things go wrong</a:t>
            </a:r>
          </a:p>
          <a:p>
            <a:r>
              <a:rPr lang="en-US"/>
              <a:t>Weekly proof gates vs. long-horizon work — what counts as material evidence when the meaningful work spans months?</a:t>
            </a:r>
          </a:p>
        </p:txBody>
      </p:sp>
    </p:spTree>
    <p:extLst>
      <p:ext uri="{BB962C8B-B14F-4D97-AF65-F5344CB8AC3E}">
        <p14:creationId xmlns:p14="http://schemas.microsoft.com/office/powerpoint/2010/main" val="1195841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3FA8-C436-ECBF-4F51-B9E0B7E1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Call to 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69280-20DB-D04C-3360-B390F3331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Define your mission team's scope, lead, metrics, and interfaces — this quarter, in writing, in a repo</a:t>
            </a:r>
          </a:p>
          <a:p>
            <a:r>
              <a:rPr lang="en-US"/>
              <a:t>Produce weekly evidence of progress — not narrative, not status updates — material, visible evidence</a:t>
            </a:r>
          </a:p>
          <a:p>
            <a:r>
              <a:rPr lang="en-US"/>
              <a:t>Embed AI in your delivery workflow now. Lean into the work. Adopt the model.</a:t>
            </a:r>
          </a:p>
        </p:txBody>
      </p:sp>
    </p:spTree>
    <p:extLst>
      <p:ext uri="{BB962C8B-B14F-4D97-AF65-F5344CB8AC3E}">
        <p14:creationId xmlns:p14="http://schemas.microsoft.com/office/powerpoint/2010/main" val="720366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D51B-A6A7-B0E0-FB35-D6B435A4A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'Delivery IS existential. Leaders make the difference.'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CC56A-8819-433F-1093-F7818FC2AA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Let's execute together.  ON! ON!</a:t>
            </a:r>
          </a:p>
        </p:txBody>
      </p:sp>
    </p:spTree>
    <p:extLst>
      <p:ext uri="{BB962C8B-B14F-4D97-AF65-F5344CB8AC3E}">
        <p14:creationId xmlns:p14="http://schemas.microsoft.com/office/powerpoint/2010/main" val="4002239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1043</Words>
  <Application>Microsoft Office PowerPoint</Application>
  <PresentationFormat>Widescreen</PresentationFormat>
  <Paragraphs>66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Tim's Delivery Vision</vt:lpstr>
      <vt:lpstr>The Big Idea</vt:lpstr>
      <vt:lpstr>The Five Documents: A Progression</vt:lpstr>
      <vt:lpstr>The Pattern Across All Five Documents</vt:lpstr>
      <vt:lpstr>Delivery is Existential</vt:lpstr>
      <vt:lpstr>Delivery is Existential</vt:lpstr>
      <vt:lpstr>The Delivery Manifesto</vt:lpstr>
      <vt:lpstr>The Delivery Manifesto</vt:lpstr>
      <vt:lpstr>Delivery as an Infinite Game</vt:lpstr>
      <vt:lpstr>Delivery as an Infinite Game</vt:lpstr>
      <vt:lpstr>Harambee and Mission Teams</vt:lpstr>
      <vt:lpstr>Harambee and Mission Teams</vt:lpstr>
      <vt:lpstr>The Role of the Senior IC Leader</vt:lpstr>
      <vt:lpstr>The Role of the Senior IC Leader</vt:lpstr>
      <vt:lpstr>Five Documents, Five Consistent Signals</vt:lpstr>
      <vt:lpstr>The Accountability Architecture (How the Model Layers)</vt:lpstr>
      <vt:lpstr>What This Means for You: By Role</vt:lpstr>
      <vt:lpstr>Tensions the Model Must Navigate</vt:lpstr>
      <vt:lpstr>Call to Action</vt:lpstr>
      <vt:lpstr>'Delivery IS existential. Leaders make the difference.'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Brent Jensen</dc:creator>
  <cp:lastModifiedBy>Brent Jensen</cp:lastModifiedBy>
  <cp:revision>1</cp:revision>
  <dcterms:created xsi:type="dcterms:W3CDTF">2026-04-06T19:55:58Z</dcterms:created>
  <dcterms:modified xsi:type="dcterms:W3CDTF">2026-04-06T19:55:58Z</dcterms:modified>
</cp:coreProperties>
</file>