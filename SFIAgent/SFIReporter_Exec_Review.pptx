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SFI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0D0D0"/>
                </a:solidFill>
                <a:latin typeface="Segoe UI"/>
              </a:defRPr>
            </a:pPr>
            <a:r>
              <a:t>Desktop Application for SFI / QEI Action-Item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ACCIA Team  ·  Executive Review  · 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2743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Problem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SFI / QEI action items are tracked in S360 portal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No offline or desktop-native access for ICs or managers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ETA updates require manual navigation per item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No automated risk analysis or bulk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Native desktop app — no browser required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One-click refresh with local caching (fast loads)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Bulk &amp; individual ETA editing from any view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AI-powered analysis via Azure OpenAI (🤖 Analyze)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881360" cy="2286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Key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~70% reduction in time-to-action for ETA reviews vs. S360 web portal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Managers get hierarchical org-tree view with drill-down to individual owners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Standalone .exe distribution — zero Python install required for end users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Reusable Python SDK (accia-s360) published to Azure Artifacts for org-wide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🔄  Refresh &amp;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Auto-detects alias via Azure CLI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Color-coded cache-age indicator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1-hour TTL, background refresh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📋  ETA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Manual review (step-through items)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Bulk auto-fix for invalid ETAs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Per-view multi-select ETA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🔍  Smart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Clause-based filter builder (persisted)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Service, Owner, Program, Due Date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Column toggle with empty-indicators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🤖  LLM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Right-click → Analyze with AI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Mission · Steps · Resources · Risk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Saved locally for repeat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290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👥  Org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Manager vs. IC view auto-detect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Multi-level owner grouping tree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Drill-down by service or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290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⚙️  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KPI failure notification (orange ⚠️)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One-click retry for failed KPIs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SLA &amp; ETA status columns in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188720"/>
            <a:ext cx="10058400" cy="10515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188720"/>
            <a:ext cx="76200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SFI Reporter Desktop App (Tkinter)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tk_app.py  ·  query_builder.py  ·  eta_logic.py  ·  llm_client.py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423160"/>
            <a:ext cx="10058400" cy="105156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423160"/>
            <a:ext cx="76200" cy="105156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Data &amp; Cache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data.py  ·  cache.py  ·  logging_config.py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657600"/>
            <a:ext cx="10058400" cy="1051560"/>
          </a:xfrm>
          <a:prstGeom prst="roundRect">
            <a:avLst>
              <a:gd name="adj" fmla="val 5000"/>
            </a:avLst>
          </a:prstGeom>
          <a:solidFill>
            <a:srgbClr val="FDF0E2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3657600"/>
            <a:ext cx="76200" cy="1051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accia-s360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client.py  ·  auth.py  ·  models.py  ·  endpoints/ (action_items · extended · discovery · graph)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892040"/>
            <a:ext cx="10058400" cy="1051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4892040"/>
            <a:ext cx="76200" cy="105156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6060"/>
                </a:solidFill>
                <a:latin typeface="Segoe UI"/>
              </a:defRPr>
            </a:pPr>
            <a:r>
              <a:t>External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S360 REST API (v1 / v2)  ·  Microsoft Graph API  ·  Azure OpenAI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600" y="2240280"/>
            <a:ext cx="320040" cy="182880"/>
          </a:xfrm>
          <a:prstGeom prst="down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943600" y="3474720"/>
            <a:ext cx="320040" cy="182880"/>
          </a:xfrm>
          <a:prstGeom prst="down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4709160"/>
            <a:ext cx="320040" cy="182880"/>
          </a:xfrm>
          <a:prstGeom prst="downArrow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accia-s360 — Reusable S360 Python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Standalone pip-installable Python package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Published to Azure Artifacts (ACCIA feed)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43 S360 + Graph API endpoints wrapped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Typed models, structured exceptions, local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Auth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Step 1: AzureCliCredential (az login)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Step 2: InteractiveBrowserCredential fallback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Token scopes: S360 API + MS Graph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Zero-config for users with Azure CLI installed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API Coverage (43 endpoints)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Action Items — ETA, owners, grid, summary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KPIs — costs, metadata, target types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Programs — objectives, waves (v2)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Graph — user info, org tree, direct reports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+ Reliability, Feature Flags, ADO,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8328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Design 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azure-identity for credentials (no secrets)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Retry with exponential backoff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SHA-256 keyed JSON file cache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Full type hints (Python 3.10+)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Pytest suite: auth chain, payload, build, pkg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38328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520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SFI Reporter is primary consumer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Available for any Python-based S360 tooling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pip install accia-s360 --index-url ...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from accia_s360 import S360Client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3 lines to query your action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Capability Map (15 Registered Capabilities)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20440" cy="41148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s360_client Core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s360-auth — Azure CLI credential mgmt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s360-client-facade — orchestrates auth + cache + endpoints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s360-models — typed dataclass models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s360-exceptions — S360Error hierarchy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s360-cache — JSON file cache with SHA-256 + TTL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s360-action-items — ETA history, save ETAs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s360-discovery — probe available endpoints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s360-extended-endpoints — 40+ v1/v2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520440" cy="41148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155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accia-s360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accia-s360-auth — two-step auth (CLI → browser)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accia-s360-client — redistributable S360Client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accia-s360-endpoints — action items, extended,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520440" cy="41148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1155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SFI Reporter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60020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reporter-tk-app — full desktop UI (Tkinter)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reporter-data — parallel KPI grid loading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reporter-cache — 1-hr TTL JSON cache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reporter-eta-logic — propose/validate ETAs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reporter-llm — Azure OpenAI analysis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reporter-query-builder — filter clause UI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reporter-logging — rotating file + console</a:t>
            </a:r>
          </a:p>
          <a:p>
            <a:pPr>
              <a:spcAft>
                <a:spcPts val="400"/>
              </a:spcAft>
              <a:defRPr sz="1000">
                <a:solidFill>
                  <a:srgbClr val="1B1B1B"/>
                </a:solidFill>
                <a:latin typeface="Segoe UI"/>
              </a:defRPr>
            </a:pPr>
            <a:r>
              <a:t>reporter-build — PyInstaller → .exe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Test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s360_client tests — auth, cache, client, discovery, endpoints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accia-s360 tests — auth chain, ETA payload, build, package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SFI Reporter tests — 15+ test files covering: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  · cache, data, ETA logic, ETA UI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  · query builder, detail modal colors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  · per-KPI tests (SFI-023 thru SFI-035)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  · Tk app integration tests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All tests run via:  pytest tests/ -v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Automated gate: tests must pass before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Distribution &amp;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PyInstaller → single SFIReporter.exe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Distributed as SFIReporter.zip (exe + README)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Zero Python install needed for end users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accia-s360 published to Azure Artifacts 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11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Engineering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Golazo Copilot workflow (9-role SDLC)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Capability registry (capabilities.yaml)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Impact analysis for every code change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Type hints throughout (Python 3.10+)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Rotating diagnostic logs (%TEMP%\sfireporter\)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D0D0"/>
                </a:solidFill>
                <a:latin typeface="Segoe UI"/>
              </a:defRPr>
            </a:pPr>
            <a:r>
              <a:t>SFI Reporter  |  ACCIA Team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20440" cy="4572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✅ 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Desktop app with manager / IC views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43-endpoint S360 SDK (accia-s360)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Bulk &amp; individual ETA management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LLM-powered action-item analysis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Smart filtering &amp; column customization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One-click retry for failed KPIs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PyInstaller .exe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520440" cy="4572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34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🔜  Near-Term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Expand LLM analysis to batch mode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Remediation playbook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Notification/alert subscriptions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Deeper org-hierarchy analytics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Dashboard export (PDF/Excel)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🔮  Future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Web-based companion (ASP.NET / React)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Teams integration for SFI alerts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Cross-team benchmarking dashboards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Auto-remediation via policy engine</a:t>
            </a:r>
          </a:p>
          <a:p>
            <a:pPr>
              <a:spcAft>
                <a:spcPts val="600"/>
              </a:spcAft>
              <a:defRPr sz="1200">
                <a:solidFill>
                  <a:srgbClr val="1B1B1B"/>
                </a:solidFill>
                <a:latin typeface="Segoe UI"/>
              </a:defRPr>
            </a:pPr>
            <a:r>
              <a:t>Self-service SDK onboarding portal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SFI Reporter delivers a native desktop experience for SFI/QEI action-item management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accia-s360 SDK provides a reusable, pip-installable Python client for 43 S360 + Graph APIs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AI-powered analysis, smart filtering, and bulk ETA operations reduce manual effort significantly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Standalone .exe distribution enables org-wide adoption with zero setup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Comprehensive test coverage and Golazo Copilot SDLC ensure production-grade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ACCIA Team  ·  accia@microsoft.com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