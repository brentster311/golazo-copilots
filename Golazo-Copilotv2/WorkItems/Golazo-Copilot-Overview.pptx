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Segoe UI"/>
              </a:defRPr>
            </a:pPr>
            <a:r>
              <a:t>Golazo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0C0"/>
                </a:solidFill>
                <a:latin typeface="Segoe UI"/>
              </a:defRPr>
            </a:pPr>
            <a:r>
              <a:t>Programmatic Workflow Enforcement for GitHub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An MCP server that transforms structured development methodology</a:t>
            </a:r>
            <a:br/>
            <a:r>
              <a:t>from markdown guidance into persistent state, automated gates,</a:t>
            </a:r>
            <a:br/>
            <a:r>
              <a:t>and auditable artifacts.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v2.104  •  Python  •  MCP Protocol  •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Automates</a:t>
            </a:r>
            <a:br/>
            <a:r>
              <a:t>expert</a:t>
            </a:r>
            <a:br/>
            <a:r>
              <a:t>collaboration</a:t>
            </a:r>
            <a:br/>
            <a:r>
              <a:t>for software</a:t>
            </a:r>
            <a:br/>
            <a:r>
              <a:t>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54864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It brings together a virtual team of experts in order to build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0020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*You* play the role of Project Owner and create a workitem.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65176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Golazo Copilot then simulates a team of experts and goes through Definition, Development and Completion phases.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70332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As the team works through the problem, they check and balance each other and produce a variety of artifacts that gives control, explainability, and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Roles in the Golazo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41148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08760"/>
            <a:ext cx="201168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COMPLETION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508760"/>
            <a:ext cx="301752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  <a:br/>
            <a:r>
              <a:t>Owner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508760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55064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Program</a:t>
            </a:r>
            <a:br/>
            <a:r>
              <a:t>Manager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06624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2928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Quality</a:t>
            </a:r>
            <a:br/>
            <a:r>
              <a:t>Assurance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04488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50792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Architect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02352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8656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Developer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300216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Refactor</a:t>
            </a:r>
            <a:br/>
            <a:r>
              <a:t>Expert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98080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44384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Documenter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95944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42248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Builder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93808" y="2171700"/>
            <a:ext cx="146304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1920240"/>
            <a:ext cx="1051560" cy="7772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Retro-</a:t>
            </a:r>
            <a:br/>
            <a:r>
              <a:t>spective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Forward transitions are validated — you cannot skip roles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Backward transitions to any prior role are always allowed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Each role defines Required Outputs that must exist before moving forward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Role Decision Notes are required for every role (audit trail)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Gates can be bypassed with explicit consent (recorded as deviations)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Architecture &amp; MCP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17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GitHub Copilot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0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User interaction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2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5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MCP Server (server.py)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Tool registration, dispatch,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272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Business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Transitions, output validation, consent,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505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3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state.json, role files, capabilities.yaml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6 MCP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17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gcp_create_workitem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205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Initialize new work item with state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202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2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Current role, phase, progress, stale-file warnings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2316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2636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Move between roles with gate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292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Record deviations when bypassing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290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gcp_bootstrap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322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Scaffold workspace with instructions &amp; role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9319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35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Impact analysis via capability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Artifacts &amp; Gate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Per-Work Item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WorkItems/GCP-0045/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├── GCP-0045-User-Story.md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├── state.json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├── Design/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 ├── GCP-0045-design-doc.md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 ├── GCP-0045-Review-Comments.md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 ├── GCP-0045-Test-Cases.md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│   └── GCP-0045-Capability-Impact.md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└── RoleDecisionNotes/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├── GCP-0045-project-owner-assistant.md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├── GCP-0045-program-manager.md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├── GCP-0045-quality-assurance.md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└── ... (one per role visited)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How Gates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1. Each role file defines ## Required Outputs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2. On transition, system checks files exist on disk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3. Missing files → transition blocked with clear error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4. Bypass requires gcp_consent + force=true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5. All bypasses are recorded as deviations in state.json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Deterministic enforcement — not prose suggestions.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The LLM cannot skip what the code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Cleanly separating what can be computed from what requires judgment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4114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DETERMINISTIC  (MCP / 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Can I transition?  →  Yes / No  (transition matrix)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Are required outputs present?  →  True / False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What role am I in?  →  state.json lookup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Record a deviation  →  append to deviations[]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Testable  •  Predictable  •  Auditable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3931920" cy="41148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NON-DETERMINISTIC  (Copilot / 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Write the user story  →  creative output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Implement the feature  →  code generation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Review this design  →  judgment call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Explain why this failed  → 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757D"/>
                </a:solidFill>
                <a:latin typeface="Segoe UI"/>
              </a:defRPr>
            </a:pPr>
            <a:r>
              <a:t>Creative  •  Contextual  •  Nuanced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931920"/>
            <a:ext cx="50292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SPINE  (copilot-instructions.md + role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Points to role files  •  Coding standards  •  Artifact paths  •  MCP tool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Result: Soft guidance for how to do things well  +  Hard enforcement for when things can happen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